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C96E-4FA6-3F41-EF88-2AD0C6208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214B8-D44A-8221-EF05-06E65A83F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17C1-DD02-6B21-1213-5930C4CD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A945A-EADA-9A11-AD91-D56D5576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60408-7BAD-10CF-97EF-FA0620C6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0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50F4-A199-1D32-E072-7F71D8C3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E6711-60FD-05F5-13A1-165DBCD11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B9D4D-EC7B-96BF-286D-014F32F9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1AF8D-0BFE-14AC-8D3F-A0F5EA2D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02A5D-6D31-E401-A5A2-0D4EC91C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FFC3C-6B1E-57B7-E90B-1150D994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CF118-C8F6-5876-8800-B3F211CB3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F561A-CD36-1FEF-813C-6B418C05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1C51-A742-A8A1-FE5C-6C897ADE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BFD94-1952-1498-3DD8-FFFC4166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9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79B8-4335-A9D5-CE63-01B6577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7826-3690-FF32-736D-13C881E2F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89090-E7B3-59B2-2ADD-A359D5A3F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638BC-B083-DB45-0EA7-0DF2C8E22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83183-A907-244A-72A6-4A679469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96701-EE27-21C4-D923-C541A615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ED7D-CF6C-F086-CFFF-59B0BD57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91C81-2E15-98AA-7C37-76B8B0EC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3F079-4DEF-036C-F2CC-4CA342208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54C93-6C60-B2F7-AF4F-D3A8AFB20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05C55-BD5B-84FF-DD36-8CA55A457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F04BC-AA25-629F-8B4E-1A17D139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14B33-22A5-45BA-6177-5382E9B6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8AB44-249E-0FAC-9012-C33B5FAC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0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5688-08D6-2A51-7583-3D3E0AF0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0F575-7768-F3D5-79B1-A58A46C8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7D72C-5012-9F98-F6A2-D81C1F41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97BC7-562B-D3E0-C32D-626627B1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2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AF494-A474-C518-D8FA-3A6D8BD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2EDAF-174C-20F3-C502-C7C6CD59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B751-AF0D-8623-C0DF-EA9FB1B2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C4D2-ED9E-3C93-4C8E-E179C27D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AB69-ACD0-78E2-13EF-74D641398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ACE4F-C8F8-A354-7EB9-BF1F87F6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FDDEF-7C43-5090-F311-0177EAD2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E80C4-CEDE-E6C2-E4F2-6083607F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E99A6-471B-5972-387C-40EABC49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9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7391-07FB-5DDC-199A-76FD7E4A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87082-EE08-A6C6-041E-1F90C21E3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3DEB6-B395-E1A1-471A-A3A4EE62E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A3A6E-AF24-ED0F-BB22-13A02D42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46284-F4E2-B1BB-7306-FB6210EE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3E32F-DD69-8A7D-A5FF-08BFFFFC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85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EE18-DEDC-4E97-3C6D-76B18E24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7123B-2C04-8E51-19C4-4299B64B9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DDBE-14AF-8043-D997-C23FA998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D6912-5C65-BE3C-A15A-DEFDC598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1EF3E-F2DF-E7FF-5B2F-650E62A4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6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E6000-EF3B-499F-CE32-862F5D4E7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EC002-990B-A719-84DE-AF5819287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87CA-32A4-4EAD-FAE6-BAE8D701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62A5-0F3B-1327-4D56-DEE257BF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0B90-8318-16B8-CBE9-AD4D77B0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20981-4100-557B-3B7D-79D6C263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BC7EA-DD2E-8210-AA1F-B724832DA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B3EE-2538-3322-3856-8CDB7CAED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138EC-6493-4B3F-BB55-2E31CE084D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0E59A-74B5-0D60-2998-712221D0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FD9E-6EC8-9F77-E079-F93D1430F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34C31-B7B2-4DB7-9787-6116396AB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7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90A76D-2FD5-51F1-2CC8-11243B54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6" y="370390"/>
            <a:ext cx="12185340" cy="614615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EEBB62-1593-919D-945A-8015996C8BBA}"/>
              </a:ext>
            </a:extLst>
          </p:cNvPr>
          <p:cNvCxnSpPr>
            <a:cxnSpLocks/>
          </p:cNvCxnSpPr>
          <p:nvPr/>
        </p:nvCxnSpPr>
        <p:spPr>
          <a:xfrm>
            <a:off x="6576646" y="341453"/>
            <a:ext cx="457200" cy="7136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C91D86-5D11-5AC3-CF60-3F6D0F546A1E}"/>
              </a:ext>
            </a:extLst>
          </p:cNvPr>
          <p:cNvSpPr txBox="1"/>
          <p:nvPr/>
        </p:nvSpPr>
        <p:spPr>
          <a:xfrm>
            <a:off x="4501661" y="43573"/>
            <a:ext cx="1963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 the rising edge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23085-5B20-5AE1-8F69-F9921517995B}"/>
              </a:ext>
            </a:extLst>
          </p:cNvPr>
          <p:cNvSpPr txBox="1"/>
          <p:nvPr/>
        </p:nvSpPr>
        <p:spPr>
          <a:xfrm>
            <a:off x="7443532" y="42084"/>
            <a:ext cx="362598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course_count</a:t>
            </a:r>
            <a:r>
              <a:rPr lang="en-US" dirty="0">
                <a:solidFill>
                  <a:srgbClr val="FF0000"/>
                </a:solidFill>
              </a:rPr>
              <a:t> captured will be 17 (*10ns because we run at 100Mhz)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C93A87-C8A7-5340-4EA6-45EB4BBB816A}"/>
              </a:ext>
            </a:extLst>
          </p:cNvPr>
          <p:cNvCxnSpPr>
            <a:cxnSpLocks/>
          </p:cNvCxnSpPr>
          <p:nvPr/>
        </p:nvCxnSpPr>
        <p:spPr>
          <a:xfrm flipH="1">
            <a:off x="6777432" y="688415"/>
            <a:ext cx="2047351" cy="269900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2FB12E-8A1E-0B4F-FD09-6FECE26B6F3A}"/>
              </a:ext>
            </a:extLst>
          </p:cNvPr>
          <p:cNvSpPr txBox="1"/>
          <p:nvPr/>
        </p:nvSpPr>
        <p:spPr>
          <a:xfrm>
            <a:off x="9567851" y="924388"/>
            <a:ext cx="2435026" cy="147732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And we’ve already</a:t>
            </a:r>
          </a:p>
          <a:p>
            <a:r>
              <a:rPr lang="en-US" dirty="0">
                <a:solidFill>
                  <a:srgbClr val="FF0000"/>
                </a:solidFill>
              </a:rPr>
              <a:t>propagated 8 stages</a:t>
            </a:r>
          </a:p>
          <a:p>
            <a:r>
              <a:rPr lang="en-US" dirty="0">
                <a:solidFill>
                  <a:srgbClr val="FF0000"/>
                </a:solidFill>
              </a:rPr>
              <a:t>of carry chain each</a:t>
            </a:r>
          </a:p>
          <a:p>
            <a:r>
              <a:rPr lang="en-US" dirty="0">
                <a:solidFill>
                  <a:srgbClr val="FF0000"/>
                </a:solidFill>
              </a:rPr>
              <a:t>with 900ps delay since</a:t>
            </a:r>
          </a:p>
          <a:p>
            <a:r>
              <a:rPr lang="en-US" dirty="0">
                <a:solidFill>
                  <a:srgbClr val="FF0000"/>
                </a:solidFill>
              </a:rPr>
              <a:t>the pulse arrived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BFDE06-7766-E2F6-EB95-30040BADC7C2}"/>
              </a:ext>
            </a:extLst>
          </p:cNvPr>
          <p:cNvCxnSpPr>
            <a:cxnSpLocks/>
          </p:cNvCxnSpPr>
          <p:nvPr/>
        </p:nvCxnSpPr>
        <p:spPr>
          <a:xfrm flipH="1" flipV="1">
            <a:off x="7016261" y="1488668"/>
            <a:ext cx="2567294" cy="15726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F688A4-AC8C-072C-DF68-91406825E0CF}"/>
              </a:ext>
            </a:extLst>
          </p:cNvPr>
          <p:cNvCxnSpPr>
            <a:cxnSpLocks/>
          </p:cNvCxnSpPr>
          <p:nvPr/>
        </p:nvCxnSpPr>
        <p:spPr>
          <a:xfrm flipH="1">
            <a:off x="5483629" y="1567298"/>
            <a:ext cx="1532632" cy="0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0E8E6C-26C2-1DEB-268C-71D7F64FD11A}"/>
              </a:ext>
            </a:extLst>
          </p:cNvPr>
          <p:cNvCxnSpPr>
            <a:cxnSpLocks/>
          </p:cNvCxnSpPr>
          <p:nvPr/>
        </p:nvCxnSpPr>
        <p:spPr>
          <a:xfrm flipH="1">
            <a:off x="9196754" y="1663052"/>
            <a:ext cx="386801" cy="5165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B3779B-2B75-CF98-21FC-6CA72CBEAA3B}"/>
              </a:ext>
            </a:extLst>
          </p:cNvPr>
          <p:cNvSpPr txBox="1"/>
          <p:nvPr/>
        </p:nvSpPr>
        <p:spPr>
          <a:xfrm>
            <a:off x="5011616" y="5492710"/>
            <a:ext cx="63216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 the total delay should be 17*10ns + (10-8) *0.9ns = 171.8 ns</a:t>
            </a:r>
          </a:p>
        </p:txBody>
      </p:sp>
    </p:spTree>
    <p:extLst>
      <p:ext uri="{BB962C8B-B14F-4D97-AF65-F5344CB8AC3E}">
        <p14:creationId xmlns:p14="http://schemas.microsoft.com/office/powerpoint/2010/main" val="154526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Dimitrios Kouzis-Loukas</dc:creator>
  <cp:lastModifiedBy>Dimitrios Kouzis-Loukas</cp:lastModifiedBy>
  <cp:revision>2</cp:revision>
  <dcterms:created xsi:type="dcterms:W3CDTF">2026-02-02T03:16:47Z</dcterms:created>
  <dcterms:modified xsi:type="dcterms:W3CDTF">2026-02-02T04:06:41Z</dcterms:modified>
</cp:coreProperties>
</file>